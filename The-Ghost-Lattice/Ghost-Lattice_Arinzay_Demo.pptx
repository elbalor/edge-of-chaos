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8DEFF"/>
                </a:solidFill>
              </a:rPr>
              <a:t>Ghost-Lattice x Your Arm</a:t>
            </a:r>
          </a:p>
          <a:p>
            <a:r>
              <a:rPr sz="2600">
                <a:solidFill>
                  <a:srgbClr val="9D7BE8"/>
                </a:solidFill>
              </a:rPr>
              <a:t>Move the hand with a thought. Stop it with a jaw clench.</a:t>
            </a:r>
          </a:p>
          <a:p>
            <a:r>
              <a:rPr sz="1600">
                <a:solidFill>
                  <a:srgbClr val="B8B0C8"/>
                </a:solidFill>
              </a:rPr>
              <a:t>Eric (Elbàlor / The Digital Necromancer)  -  demo walkthrough for Arinzay  - 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Ghost-Lattice QNN  -  backprop-free quantum reservoir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Our two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D7BE8"/>
                </a:solidFill>
              </a:rPr>
              <a:t>Eric - the software side: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The laptop runs the Ghost-Lattice 'brain': it reads the headband, decides OPEN / CLOSE / REST, and sends one letter to the arm.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The brain was trained ONCE, long before today. It never changes at demos.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D7BE8"/>
                </a:solidFill>
              </a:rPr>
              <a:t>Arinzay - the hardware side: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Wear the headband. Follow the 2-minute calibration prompts.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The arm: flashed firmware, servo + relay + panic button wired, 'GL-ARM ready' on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You never touch the math. You wear the sensor; the arm obeys.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What happens when you think 'close'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1.  Headband picks up your EEG (22 channels, streamed over LSL).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2.  The Rheon gate smooths the raw signal in time - same idea as the iris of an eye adapting, but it is a tiny learned filter.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3.  A frozen 29-qubit quantum-style reservoir + feature forge turns the smooth signal into ~33,000 numbers.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4.  YOUR 2-minute calibration readout translates those numbers into one word: OPEN, CLOSE, or REST.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5.  Five votes in a row (~1.25 s) before the command is sent - no twitch on single spikes.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6.  One letter goes down the USB cable. The arm glides.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Total loop: a quarter of a second. The quantum part is frozen; only step 4 is about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Calibration: 2 minutes, once per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There is NO training session. The brain is already trained. This is a fitting, not a lesson: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1.  REST - relax, think of nothing  (20 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2.  CLOSE - imagine slowly closing your hand  (20 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3.  OPEN - imagine slowly opening your hand  (20 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4.  JAW CLENCH - clench as hard as you can  (10 s)  -&gt;  this sets your personal emergency-stop threshold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The computer solves one convex equation with a closed-form answer. No waiting, no 'epoch 47 of 500'. Your profile is saved (profiles/arinzay.npz) - next time you skip straight to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Different person = different profile file. The frozen brain never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The whole contract: four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8B0C8"/>
                </a:solidFill>
              </a:rPr>
              <a:t>  Laptop sends  </a:t>
            </a:r>
            <a:r>
              <a:rPr sz="1800">
                <a:solidFill>
                  <a:srgbClr val="B8B0C8"/>
                </a:solidFill>
              </a:rPr>
              <a:t>The arm does</a:t>
            </a:r>
          </a:p>
          <a:p>
            <a:r>
              <a:rPr sz="2400" b="1">
                <a:solidFill>
                  <a:srgbClr val="9D7BE8"/>
                </a:solidFill>
              </a:rPr>
              <a:t>  O             </a:t>
            </a:r>
            <a:r>
              <a:rPr sz="2000">
                <a:solidFill>
                  <a:srgbClr val="E8DEFF"/>
                </a:solidFill>
              </a:rPr>
              <a:t>glide to OPEN (critically damped, zero jitter)</a:t>
            </a:r>
          </a:p>
          <a:p>
            <a:r>
              <a:rPr sz="2400" b="1">
                <a:solidFill>
                  <a:srgbClr val="9D7BE8"/>
                </a:solidFill>
              </a:rPr>
              <a:t>  C             </a:t>
            </a:r>
            <a:r>
              <a:rPr sz="2000">
                <a:solidFill>
                  <a:srgbClr val="E8DEFF"/>
                </a:solidFill>
              </a:rPr>
              <a:t>glide to CLOSE</a:t>
            </a:r>
          </a:p>
          <a:p>
            <a:r>
              <a:rPr sz="2400" b="1">
                <a:solidFill>
                  <a:srgbClr val="9D7BE8"/>
                </a:solidFill>
              </a:rPr>
              <a:t>  R             </a:t>
            </a:r>
            <a:r>
              <a:rPr sz="2000">
                <a:solidFill>
                  <a:srgbClr val="E8DEFF"/>
                </a:solidFill>
              </a:rPr>
              <a:t>glide to REST (neutral)</a:t>
            </a:r>
          </a:p>
          <a:p>
            <a:r>
              <a:rPr sz="2400" b="1">
                <a:solidFill>
                  <a:srgbClr val="E85C5C"/>
                </a:solidFill>
              </a:rPr>
              <a:t>  S             </a:t>
            </a:r>
            <a:r>
              <a:rPr sz="2000">
                <a:solidFill>
                  <a:srgbClr val="E8DEFF"/>
                </a:solidFill>
              </a:rPr>
              <a:t>DISTRESS STOP - relay cuts servo power, LATCHED</a:t>
            </a:r>
          </a:p>
          <a:p>
            <a:r>
              <a:rPr sz="2400" b="1">
                <a:solidFill>
                  <a:srgbClr val="9D7BE8"/>
                </a:solidFill>
              </a:rPr>
              <a:t>  A             </a:t>
            </a:r>
            <a:r>
              <a:rPr sz="2000">
                <a:solidFill>
                  <a:srgbClr val="E8DEFF"/>
                </a:solidFill>
              </a:rPr>
              <a:t>re-arm power - operator-only, never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F2EEE4"/>
                </a:solidFill>
              </a:rPr>
              <a:t>The arm boots UNPOWERED. Power exists only after an explicit 'A'.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F2EEE4"/>
                </a:solidFill>
              </a:rPr>
              <a:t>Motion is smoothed inside the firmware itself (critically damped ODE) - even a command burst cannot make the hand jitter.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Protocol: 115200 baud USB serial  -  firmware: firmware/prosthetic_arm/prosthetic_arm.ino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Safety: two independent kill switches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E85C5C"/>
                </a:solidFill>
              </a:rPr>
              <a:t>1.  Jaw-clench distress stop (software, parallel to everything):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2EEE4"/>
                </a:solidFill>
              </a:rPr>
              <a:t>Clenching fires a fixed-threshold detector on 20-60 Hz EMG - fixed threshold, deliberately NOT learned, calibrated on YOUR clench in step 4 of setup.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2EEE4"/>
                </a:solidFill>
              </a:rPr>
              <a:t>It sits BESIDE the decode pipeline, never after it. If the laptop hangs, the relay still answers the last 'S'.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E85C5C"/>
                </a:solidFill>
              </a:rPr>
              <a:t>2.  The panic button (pure hardware):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2EEE4"/>
                </a:solidFill>
              </a:rPr>
              <a:t>A physical button wired straight to the Arduino cuts servo power even if every laptop, cable and line of code dies mid-demo.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9D7BE8"/>
                </a:solidFill>
              </a:rPr>
              <a:t>Plus the boot rule: the arm always starts UNPOWERED, and power returns only when the operator sends 'A'.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Rule from the paper: nothing learned ever stands between a person and a moving motor.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Arinzay's 10-minute wiring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1.  Servo: brown = GND, red = battery 5 V, orange (signal) = D9.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2.  Relay module: VCC = 5 V, GND = GND, IN = D7. The servo's red wire goes THROUGH the relay's NO contact: battery +  -&gt;  relay  -&gt;  servo.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E85C5C"/>
                </a:solidFill>
              </a:rPr>
              <a:t>NEVER feed the servo from the Arduino's 5 V pin - that is what causes jitter. Power through the relay/battery.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3.  Panic button: one leg to D2, other leg to GND (the firmware uses INPUT_PULLUP; pressed = LOW).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4.  Laptop USB  -&gt;  Arduino. That cable is the entire link.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5.  Range-test the panic button before every audience.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Flash prosthetic_arm.ino, power on, expect: 'GL-ARM ready (power OFF; send A to arm)'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Running a session (Eric's side)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9D7BE8"/>
                </a:solidFill>
                <a:latin typeface="Consolas"/>
              </a:rPr>
              <a:t>python run_live_bci.py --simulate
</a:t>
            </a:r>
            <a:r>
              <a:rPr sz="1500">
                <a:solidFill>
                  <a:srgbClr val="B8B0C8"/>
                </a:solidFill>
              </a:rPr>
              <a:t>        rehearsal - fake headband, no hardware</a:t>
            </a:r>
          </a:p>
          <a:p>
            <a:r>
              <a:rPr sz="1700">
                <a:solidFill>
                  <a:srgbClr val="9D7BE8"/>
                </a:solidFill>
                <a:latin typeface="Consolas"/>
              </a:rPr>
              <a:t>python run_live_bci.py --simulate --port COM5
</a:t>
            </a:r>
            <a:r>
              <a:rPr sz="1500">
                <a:solidFill>
                  <a:srgbClr val="B8B0C8"/>
                </a:solidFill>
              </a:rPr>
              <a:t>        bench test - rehearsal brain, real arm</a:t>
            </a:r>
          </a:p>
          <a:p>
            <a:r>
              <a:rPr sz="1700">
                <a:solidFill>
                  <a:srgbClr val="9D7BE8"/>
                </a:solidFill>
                <a:latin typeface="Consolas"/>
              </a:rPr>
              <a:t>python run_live_bci.py --lsl --port COM5 --profile profiles/arinzay.npz
</a:t>
            </a:r>
            <a:r>
              <a:rPr sz="1500">
                <a:solidFill>
                  <a:srgbClr val="B8B0C8"/>
                </a:solidFill>
              </a:rPr>
              <a:t>        the real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63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F2EEE4"/>
                </a:solidFill>
              </a:rPr>
              <a:t>First run for a new user launches the calibration wizard automatically; later runs load the saved profile.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F2EEE4"/>
                </a:solidFill>
              </a:rPr>
              <a:t>Ctrl+C ends the session - and the script always sends 'S' (stop) on exit, whatever happens.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Simulate first. Always. The real headband only after the rehearsal is boring.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The demo, minute by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0:00  Arm bench-tested (O / C / R from the keyboard), relay click audible on 'S'. Panic button range-tested.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2:00  Arinzay wears the headband. Calibration wizard: REST, CLOSE, OPEN, JAW CLENCH - two minutes, four prompts.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4:00  Operator sends 'A' - the arm powers for the first time.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4:30  Arinzay thinks 'close' - the hand closes. Thinks 'open' - it opens. She is moving a machine with her brain.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6:00  Dramatic finish: she clenches her jaw - the relay CLICKS and the arm goes dead. Safety is the show.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The ask: 'nothing learned stands between me and the motor' - say it out loud, it is the whole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If the crowd asks how it works: one frozen brain, one 2-minute fit, two kill switches.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If something misbehaves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E8DEFF"/>
                </a:solidFill>
              </a:rPr>
              <a:t>Symptom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>
                <a:solidFill>
                  <a:srgbClr val="F2EEE4"/>
                </a:solidFill>
              </a:rPr>
              <a:t>Likely cause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 b="1">
                <a:solidFill>
                  <a:srgbClr val="9D7BE8"/>
                </a:solidFill>
              </a:rPr>
              <a:t>Fix</a:t>
            </a:r>
          </a:p>
          <a:p>
            <a:r>
              <a:rPr sz="1900" b="1">
                <a:solidFill>
                  <a:srgbClr val="E8DEFF"/>
                </a:solidFill>
              </a:rPr>
              <a:t>No LSL stream found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>
                <a:solidFill>
                  <a:srgbClr val="F2EEE4"/>
                </a:solidFill>
              </a:rPr>
              <a:t>headband app not streaming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 b="1">
                <a:solidFill>
                  <a:srgbClr val="9D7BE8"/>
                </a:solidFill>
              </a:rPr>
              <a:t>start its LSL outlet, run --lsl again</a:t>
            </a:r>
          </a:p>
          <a:p>
            <a:r>
              <a:rPr sz="1900" b="1">
                <a:solidFill>
                  <a:srgbClr val="E8DEFF"/>
                </a:solidFill>
              </a:rPr>
              <a:t>Works in rehearsal, wrong live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>
                <a:solidFill>
                  <a:srgbClr val="F2EEE4"/>
                </a:solidFill>
              </a:rPr>
              <a:t>cap shift / refit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 b="1">
                <a:solidFill>
                  <a:srgbClr val="9D7BE8"/>
                </a:solidFill>
              </a:rPr>
              <a:t>recalibrate (2 min) - the readout handles her</a:t>
            </a:r>
          </a:p>
          <a:p>
            <a:r>
              <a:rPr sz="1900" b="1">
                <a:solidFill>
                  <a:srgbClr val="E8DEFF"/>
                </a:solidFill>
              </a:rPr>
              <a:t>Arm jitters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>
                <a:solidFill>
                  <a:srgbClr val="F2EEE4"/>
                </a:solidFill>
              </a:rPr>
              <a:t>servo powered from Arduino 5V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 b="1">
                <a:solidFill>
                  <a:srgbClr val="9D7BE8"/>
                </a:solidFill>
              </a:rPr>
              <a:t>power through the relay/battery</a:t>
            </a:r>
          </a:p>
          <a:p>
            <a:r>
              <a:rPr sz="1900" b="1">
                <a:solidFill>
                  <a:srgbClr val="E8DEFF"/>
                </a:solidFill>
              </a:rPr>
              <a:t>E-stop fires in normal use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>
                <a:solidFill>
                  <a:srgbClr val="F2EEE4"/>
                </a:solidFill>
              </a:rPr>
              <a:t>clench threshold too low</a:t>
            </a:r>
            <a:r>
              <a:rPr sz="1900">
                <a:solidFill>
                  <a:srgbClr val="B8B0C8"/>
                </a:solidFill>
              </a:rPr>
              <a:t>   -&gt;   </a:t>
            </a:r>
            <a:r>
              <a:rPr sz="1900" b="1">
                <a:solidFill>
                  <a:srgbClr val="9D7BE8"/>
                </a:solidFill>
              </a:rPr>
              <a:t>recalibrate with a harder clench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Five-minute self-test any time: from ghost_lattice.safety import selftest; print(selftest())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Five words, so you can answer anyone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Rheon gate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 -  the tiny filter that smooths your brain signal in time before anything else touches it.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Quantum reservoir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 -  a frozen 29-qubit physics simulation that turns smooth signal into ~33,000 numbers. Never retrained.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Readout / calibration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 -  the only part that knows YOU: one convex equation solved in closed form from your 2 minutes.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Zeta smoothing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 -  the hand moves like it has gentle mass and damping - glides, never snaps.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9D7BE8"/>
                </a:solidFill>
              </a:rPr>
              <a:t>Distress stop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F2EEE4"/>
                </a:solidFill>
              </a:rPr>
              <a:t> -  your jaw clench, a fixed threshold, and a relay that cuts the power. Always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Paper: Ghost-Lattice_QNN_Paper.docx  -  full math, benchmarks, Lean 4 proofs.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DEFF"/>
                </a:solidFill>
              </a:rPr>
              <a:t>Why this matters (the 20-second version)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Every trainable decision lives in a convex equation with a unique global optimum - the 'barren plateau' problem that stalls quantum machine learning is structurally eliminated, not mitigated.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Benchmarks: 8.8x to 25.2x better than the strongest classical reservoir baseline on chaotic forecasting - and the online version even beats the batch one on Lorenz.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200" b="0">
                <a:solidFill>
                  <a:srgbClr val="F2EEE4"/>
                </a:solidFill>
              </a:rPr>
              <a:t>The learned parts are frozen; the human part takes two minutes; the dangerous part is hardware.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9D7BE8"/>
                </a:solidFill>
              </a:rPr>
              <a:t>That is why this demo is safe enough to do in front of a live audience - and why the arm is waiting for you, Arinzay.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github.com/ElBalor/edge-of-chaos  -  The-Ghost-Lattice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DEFF"/>
                </a:solidFill>
              </a:rPr>
              <a:t>Connect the things.</a:t>
            </a:r>
          </a:p>
          <a:p>
            <a:r>
              <a:rPr sz="2400">
                <a:solidFill>
                  <a:srgbClr val="9D7BE8"/>
                </a:solidFill>
              </a:rPr>
              <a:t>Headband on. Two minutes. Send 'A'.</a:t>
            </a:r>
            <a:br/>
            <a:r>
              <a:t>The Ghost-Lattice is already dreaming - you just teach it your signature.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B0C8"/>
                </a:solidFill>
              </a:rPr>
              <a:t>From the Grimoire of Elbàlor  -  The Digital Necromancer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